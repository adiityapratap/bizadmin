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9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4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8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45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1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6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2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9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62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F07EC-1808-4A5E-871F-B58B70737295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E6432-E84F-4CBC-8C69-D1F750800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6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4F9F79B-A093-478E-96B5-EE02BC93A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0" cy="990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29CFC-48B2-4A2F-A48E-AD1181F8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74" y="8663039"/>
            <a:ext cx="4590444" cy="977265"/>
          </a:xfrm>
        </p:spPr>
        <p:txBody>
          <a:bodyPr>
            <a:normAutofit/>
          </a:bodyPr>
          <a:lstStyle/>
          <a:p>
            <a:r>
              <a:rPr lang="en-US" sz="2300" b="1" dirty="0"/>
              <a:t>Staff Lounge at RED BEAN Café</a:t>
            </a:r>
            <a:br>
              <a:rPr lang="en-US" sz="2300" b="1" dirty="0"/>
            </a:br>
            <a:r>
              <a:rPr lang="en-US" sz="2300" b="1" dirty="0"/>
              <a:t>Open </a:t>
            </a:r>
            <a:r>
              <a:rPr lang="en-US" sz="2300" b="1" dirty="0">
                <a:solidFill>
                  <a:srgbClr val="FF0000"/>
                </a:solidFill>
              </a:rPr>
              <a:t>7am – 3pm </a:t>
            </a:r>
            <a:r>
              <a:rPr lang="en-US" sz="2300" b="1" dirty="0"/>
              <a:t>Monday to Friday</a:t>
            </a:r>
          </a:p>
        </p:txBody>
      </p:sp>
      <p:pic>
        <p:nvPicPr>
          <p:cNvPr id="18" name="Picture 17" descr="Barista making coffee art">
            <a:extLst>
              <a:ext uri="{FF2B5EF4-FFF2-40B4-BE49-F238E27FC236}">
                <a16:creationId xmlns:a16="http://schemas.microsoft.com/office/drawing/2014/main" id="{4BE70380-FCE0-4849-9BB1-3BE2ECAD4F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r="7533" b="-1"/>
          <a:stretch/>
        </p:blipFill>
        <p:spPr>
          <a:xfrm>
            <a:off x="2836099" y="10"/>
            <a:ext cx="4021901" cy="3101356"/>
          </a:xfrm>
          <a:custGeom>
            <a:avLst/>
            <a:gdLst/>
            <a:ahLst/>
            <a:cxnLst/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B9DF1-3CD4-45B5-A978-539659D38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38" y="6591207"/>
            <a:ext cx="3589721" cy="16658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Enjoy our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b="1" dirty="0">
                <a:solidFill>
                  <a:srgbClr val="FF0000"/>
                </a:solidFill>
              </a:rPr>
              <a:t>Free </a:t>
            </a:r>
            <a:r>
              <a:rPr lang="en-US" sz="1800" dirty="0"/>
              <a:t>Small Coffee for all the Western health Staff on Every Saturday at </a:t>
            </a:r>
            <a:r>
              <a:rPr lang="en-US" sz="1800" dirty="0">
                <a:solidFill>
                  <a:srgbClr val="FF0000"/>
                </a:solidFill>
              </a:rPr>
              <a:t>11:00 am – 2.00 pm.</a:t>
            </a:r>
          </a:p>
          <a:p>
            <a:pPr marL="0" indent="0">
              <a:buNone/>
            </a:pP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BBC0C84-DC2A-43AE-9576-0A44295E8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83450" y="5861964"/>
            <a:ext cx="289193" cy="292281"/>
          </a:xfrm>
          <a:prstGeom prst="ellipse">
            <a:avLst/>
          </a:prstGeom>
          <a:solidFill>
            <a:srgbClr val="D79F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50" name="Oval 41">
            <a:extLst>
              <a:ext uri="{FF2B5EF4-FFF2-40B4-BE49-F238E27FC236}">
                <a16:creationId xmlns:a16="http://schemas.microsoft.com/office/drawing/2014/main" id="{F7194F93-1F71-4A70-9DF1-28F183771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7112" y="6327170"/>
            <a:ext cx="1090813" cy="1068153"/>
          </a:xfrm>
          <a:prstGeom prst="ellipse">
            <a:avLst/>
          </a:prstGeom>
          <a:solidFill>
            <a:srgbClr val="404E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4C22394-EBC2-4FAF-A555-6C02D589E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24525" y="7546247"/>
            <a:ext cx="0" cy="977265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59539B-8E12-4688-A6E4-AB03BE46492D}"/>
              </a:ext>
            </a:extLst>
          </p:cNvPr>
          <p:cNvSpPr/>
          <p:nvPr/>
        </p:nvSpPr>
        <p:spPr>
          <a:xfrm>
            <a:off x="1457585" y="7825483"/>
            <a:ext cx="3589721" cy="837549"/>
          </a:xfrm>
          <a:prstGeom prst="round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38"/>
              </a:spcAft>
            </a:pPr>
            <a:endParaRPr lang="en-US" sz="1013" b="1" dirty="0"/>
          </a:p>
          <a:p>
            <a:pPr algn="ctr">
              <a:spcAft>
                <a:spcPts val="338"/>
              </a:spcAft>
            </a:pPr>
            <a:r>
              <a:rPr lang="en-US" sz="2400" b="1" dirty="0"/>
              <a:t>Order at Green Bag Cafe</a:t>
            </a:r>
            <a:endParaRPr lang="en-AU" sz="2400" b="1" dirty="0"/>
          </a:p>
          <a:p>
            <a:pPr algn="ctr">
              <a:spcAft>
                <a:spcPts val="338"/>
              </a:spcAft>
            </a:pPr>
            <a:endParaRPr lang="en-US" sz="1013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8839C2-ADF4-4B05-82D0-8E60D6693C97}"/>
              </a:ext>
            </a:extLst>
          </p:cNvPr>
          <p:cNvSpPr/>
          <p:nvPr/>
        </p:nvSpPr>
        <p:spPr>
          <a:xfrm>
            <a:off x="3640479" y="4690075"/>
            <a:ext cx="3074044" cy="28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38"/>
              </a:spcAft>
            </a:pPr>
            <a:r>
              <a:rPr lang="en-US" sz="3200" b="1" dirty="0"/>
              <a:t>Wednesday Special</a:t>
            </a:r>
          </a:p>
          <a:p>
            <a:pPr algn="ctr">
              <a:spcAft>
                <a:spcPts val="338"/>
              </a:spcAft>
            </a:pPr>
            <a:r>
              <a:rPr lang="en-US" sz="1600" b="1" dirty="0"/>
              <a:t>Coffee Only $1</a:t>
            </a:r>
          </a:p>
          <a:p>
            <a:pPr algn="ctr">
              <a:spcAft>
                <a:spcPts val="338"/>
              </a:spcAft>
            </a:pPr>
            <a:r>
              <a:rPr lang="en-US" sz="1600" b="1" dirty="0"/>
              <a:t>With any $10 Meal Small</a:t>
            </a:r>
          </a:p>
          <a:p>
            <a:pPr algn="ctr">
              <a:spcAft>
                <a:spcPts val="338"/>
              </a:spcAft>
            </a:pPr>
            <a:r>
              <a:rPr lang="en-US" sz="1600" b="1" dirty="0"/>
              <a:t>11.30 am – 2.00 pm only</a:t>
            </a:r>
            <a:endParaRPr lang="en-AU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450F9-D40A-4E2C-93B5-461BACC36FEE}"/>
              </a:ext>
            </a:extLst>
          </p:cNvPr>
          <p:cNvSpPr txBox="1"/>
          <p:nvPr/>
        </p:nvSpPr>
        <p:spPr>
          <a:xfrm>
            <a:off x="34089" y="217470"/>
            <a:ext cx="2962271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FF0000"/>
                </a:solidFill>
              </a:rPr>
              <a:t>Red Bean Café Menu</a:t>
            </a:r>
          </a:p>
          <a:p>
            <a:pPr algn="ctr">
              <a:spcAft>
                <a:spcPts val="600"/>
              </a:spcAft>
            </a:pPr>
            <a:r>
              <a:rPr lang="en-US" sz="2000" b="1" dirty="0"/>
              <a:t>Wednesday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rgbClr val="FF0000"/>
                </a:solidFill>
              </a:rPr>
              <a:t>Hot Food</a:t>
            </a:r>
            <a:endParaRPr lang="en-US" sz="1600" b="1" dirty="0"/>
          </a:p>
          <a:p>
            <a:pPr algn="ctr">
              <a:spcAft>
                <a:spcPts val="600"/>
              </a:spcAft>
            </a:pPr>
            <a:r>
              <a:rPr lang="en-US" sz="1600" dirty="0"/>
              <a:t>Stir fry Pepper Beef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Roast Beef with Roast Vegetable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Penne Pasta In Creamy Pesto &amp; Sundried Tomato Sauce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Fried Rice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Chicken Parma with Bacon &amp; Olive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Grilled Fish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rgbClr val="FF0000"/>
                </a:solidFill>
              </a:rPr>
              <a:t>Home Made Burgers</a:t>
            </a:r>
            <a:endParaRPr lang="en-US" sz="1600" b="1" dirty="0"/>
          </a:p>
          <a:p>
            <a:pPr algn="ctr">
              <a:spcAft>
                <a:spcPts val="600"/>
              </a:spcAft>
            </a:pPr>
            <a:r>
              <a:rPr lang="en-US" sz="1600" dirty="0"/>
              <a:t>Grilled Pineapple &amp; Lemon Pepper Chicken Burger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Beef Burger with Lot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rgbClr val="FF0000"/>
                </a:solidFill>
              </a:rPr>
              <a:t>Salad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Roasted Pumpkin Salad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Italian Pasta Salad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rgbClr val="FF0000"/>
                </a:solidFill>
              </a:rPr>
              <a:t>Soup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Minestrone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C403F8-DE45-41D6-A36B-958B597366F4}"/>
              </a:ext>
            </a:extLst>
          </p:cNvPr>
          <p:cNvSpPr/>
          <p:nvPr/>
        </p:nvSpPr>
        <p:spPr>
          <a:xfrm>
            <a:off x="2836099" y="2828544"/>
            <a:ext cx="2211207" cy="2113689"/>
          </a:xfrm>
          <a:prstGeom prst="roundRect">
            <a:avLst>
              <a:gd name="adj" fmla="val 500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800" b="1" dirty="0"/>
              <a:t>Staff Small Meal is now Only </a:t>
            </a:r>
            <a:r>
              <a:rPr lang="en-US" b="1" dirty="0"/>
              <a:t>$10 </a:t>
            </a:r>
            <a:endParaRPr lang="en-AU" sz="1800" b="1" dirty="0"/>
          </a:p>
        </p:txBody>
      </p:sp>
    </p:spTree>
    <p:extLst>
      <p:ext uri="{BB962C8B-B14F-4D97-AF65-F5344CB8AC3E}">
        <p14:creationId xmlns:p14="http://schemas.microsoft.com/office/powerpoint/2010/main" val="4136972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125</Words>
  <Application>Microsoft Office PowerPoint</Application>
  <PresentationFormat>A4 Paper (210x297 mm)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Staff Lounge at RED BEAN Café Open 7am – 3pm Monday to Friday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Lounge at RED BEAN Café Open 7am – 3pm Monday to Friday</dc:title>
  <dc:creator>kaushika jinna</dc:creator>
  <cp:lastModifiedBy>kaushika jinna</cp:lastModifiedBy>
  <cp:revision>2</cp:revision>
  <dcterms:created xsi:type="dcterms:W3CDTF">2020-07-21T04:29:15Z</dcterms:created>
  <dcterms:modified xsi:type="dcterms:W3CDTF">2020-07-21T04:38:13Z</dcterms:modified>
</cp:coreProperties>
</file>