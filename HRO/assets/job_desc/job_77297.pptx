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9F92-D723-4F31-840E-44EA2308E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F34F-BD51-41A3-B8CB-3885085A5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5" indent="0" algn="ctr">
              <a:buNone/>
              <a:defRPr sz="2000"/>
            </a:lvl2pPr>
            <a:lvl3pPr marL="914388" indent="0" algn="ctr">
              <a:buNone/>
              <a:defRPr sz="1801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2" indent="0" algn="ctr">
              <a:buNone/>
              <a:defRPr sz="1600"/>
            </a:lvl6pPr>
            <a:lvl7pPr marL="2743165" indent="0" algn="ctr">
              <a:buNone/>
              <a:defRPr sz="1600"/>
            </a:lvl7pPr>
            <a:lvl8pPr marL="3200360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96533-CF58-486F-A4AE-57D61DA6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60305-00B6-432B-942C-7BD4B731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B930D-3BAB-41D7-98BE-C06B1DA3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77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9BEE-F1B4-48E1-BC7C-480D8DCD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2A584-9960-46EA-B456-4BD87045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ED79E-A2E0-4023-AB13-90E7252A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AD50-73B9-4B9D-9D7D-0D3C9B09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393C-8EB5-485E-B26B-DB973CFC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237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C90D-43E8-48CD-A5A1-CDA58B51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37930-6925-4B7B-A482-EDB3FF30A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88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5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9A794-E441-41C9-8A40-14B4B233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53001-12C6-41FB-B5B0-1039A184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2895C-B95E-4AF9-B98E-2456B90D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202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9413C-B060-43A6-96B3-03C2D0A7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11ABC-2712-4999-B3B6-FD60E7E24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570E7-8617-4F21-844B-FC7D32424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9DD95-3889-4B0A-9812-08D045CD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5CEDD-5C6E-4078-A313-EB690E3C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C871C-11F0-4863-AE48-401C8E39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5C91-DA12-47BF-ACB1-FCC06576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3E667-8F69-463A-9810-B0F7051A1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5" indent="0">
              <a:buNone/>
              <a:defRPr sz="2000" b="1"/>
            </a:lvl2pPr>
            <a:lvl3pPr marL="914388" indent="0">
              <a:buNone/>
              <a:defRPr sz="1801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2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F1E63-D3F3-4851-9AD4-32E20C756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A24BD-6F78-417A-BAB9-9DF593B97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5" indent="0">
              <a:buNone/>
              <a:defRPr sz="2000" b="1"/>
            </a:lvl2pPr>
            <a:lvl3pPr marL="914388" indent="0">
              <a:buNone/>
              <a:defRPr sz="1801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2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FE3E1-DB14-485D-8484-DC1F7389F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C1C9E-638A-4725-82CE-8CE38D95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F32DD-BA7A-4DF6-96A2-F34543B70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69325-1DF4-4A3A-AF62-BDBC92A2F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191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9442-92C5-4D68-8F98-89F16ED2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D89F1-F83F-4C09-A4B8-9E75026E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2BB27-53B3-47AF-B13A-8AE7BD37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0B94B-45BF-4909-8E3A-E07170BE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73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5244A-4BF1-49CD-A06D-E562BBBC0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2B9A0-2126-4410-9303-0CF5C39A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AAFC8-1432-4E77-A937-A6DEEDBE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49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23AD-E89D-4E4D-911E-45AFCFAC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DC0D1-BC41-419E-8F5A-1EAD371F6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481D-7800-4F3D-90D3-E63B468DB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5" indent="0">
              <a:buNone/>
              <a:defRPr sz="1401"/>
            </a:lvl2pPr>
            <a:lvl3pPr marL="914388" indent="0">
              <a:buNone/>
              <a:defRPr sz="1200"/>
            </a:lvl3pPr>
            <a:lvl4pPr marL="1371583" indent="0">
              <a:buNone/>
              <a:defRPr sz="1001"/>
            </a:lvl4pPr>
            <a:lvl5pPr marL="1828777" indent="0">
              <a:buNone/>
              <a:defRPr sz="1001"/>
            </a:lvl5pPr>
            <a:lvl6pPr marL="2285972" indent="0">
              <a:buNone/>
              <a:defRPr sz="1001"/>
            </a:lvl6pPr>
            <a:lvl7pPr marL="2743165" indent="0">
              <a:buNone/>
              <a:defRPr sz="1001"/>
            </a:lvl7pPr>
            <a:lvl8pPr marL="3200360" indent="0">
              <a:buNone/>
              <a:defRPr sz="1001"/>
            </a:lvl8pPr>
            <a:lvl9pPr marL="3657555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4883B-5C29-4AD8-ADF3-41D9FD87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D4871-F33D-40DA-8AA8-82480769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65470-5EB7-4EED-A137-B9ED8C40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11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400C-0201-4C7C-BF3E-E9C24895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4B1A4-A757-4EBD-A68E-CB9413ED5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5" indent="0">
              <a:buNone/>
              <a:defRPr sz="2800"/>
            </a:lvl2pPr>
            <a:lvl3pPr marL="914388" indent="0">
              <a:buNone/>
              <a:defRPr sz="2400"/>
            </a:lvl3pPr>
            <a:lvl4pPr marL="1371583" indent="0">
              <a:buNone/>
              <a:defRPr sz="2000"/>
            </a:lvl4pPr>
            <a:lvl5pPr marL="1828777" indent="0">
              <a:buNone/>
              <a:defRPr sz="2000"/>
            </a:lvl5pPr>
            <a:lvl6pPr marL="2285972" indent="0">
              <a:buNone/>
              <a:defRPr sz="2000"/>
            </a:lvl6pPr>
            <a:lvl7pPr marL="2743165" indent="0">
              <a:buNone/>
              <a:defRPr sz="2000"/>
            </a:lvl7pPr>
            <a:lvl8pPr marL="3200360" indent="0">
              <a:buNone/>
              <a:defRPr sz="2000"/>
            </a:lvl8pPr>
            <a:lvl9pPr marL="3657555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BEF76-96E8-49DD-AA64-ED79E0B00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5" indent="0">
              <a:buNone/>
              <a:defRPr sz="1401"/>
            </a:lvl2pPr>
            <a:lvl3pPr marL="914388" indent="0">
              <a:buNone/>
              <a:defRPr sz="1200"/>
            </a:lvl3pPr>
            <a:lvl4pPr marL="1371583" indent="0">
              <a:buNone/>
              <a:defRPr sz="1001"/>
            </a:lvl4pPr>
            <a:lvl5pPr marL="1828777" indent="0">
              <a:buNone/>
              <a:defRPr sz="1001"/>
            </a:lvl5pPr>
            <a:lvl6pPr marL="2285972" indent="0">
              <a:buNone/>
              <a:defRPr sz="1001"/>
            </a:lvl6pPr>
            <a:lvl7pPr marL="2743165" indent="0">
              <a:buNone/>
              <a:defRPr sz="1001"/>
            </a:lvl7pPr>
            <a:lvl8pPr marL="3200360" indent="0">
              <a:buNone/>
              <a:defRPr sz="1001"/>
            </a:lvl8pPr>
            <a:lvl9pPr marL="3657555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9D0C0-386C-46EF-ABA3-A69D74EE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9BDAA-3A67-4B9A-AC70-C698C63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1D74D-EA47-4ADD-8015-A8A025E6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47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60D3-F2A8-49B7-BA7A-DAD669E9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121BB-EA7D-4FFE-AEA1-0FA997622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44BA-0E4A-4B6C-A512-18D5F612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A3CA-7EAB-46CA-A98C-99B107B5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38808-6B88-425E-9A59-BCE760C2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02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04ED8-3A81-4A84-8856-E109AFEBB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ADCA0-F163-44B4-A905-2B1F6B278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01C55-80D7-4F2C-A725-1D9A38CA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8DDBF-AC16-42DA-9EF4-29C687DC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27546-FCAD-4157-9D0F-BFD2F337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03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004246-29AE-4E16-9196-676B3081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30F79-A09D-4FB7-B475-88CCDE215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284C8-3B0F-45FD-A02F-65BCA7A2D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5E4CA-5611-48D0-BA17-A9434D5B12CC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B286-3E15-4502-B3B8-27FD962D6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83EF0-CFDA-482F-8AFE-EEF9E3E22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474F1-CE3E-4BDF-A302-B334729F7B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33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8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8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B50DBDE0-D4B7-47CB-A980-6F85EE63519A}"/>
              </a:ext>
            </a:extLst>
          </p:cNvPr>
          <p:cNvSpPr/>
          <p:nvPr/>
        </p:nvSpPr>
        <p:spPr>
          <a:xfrm rot="19845767">
            <a:off x="45475" y="1109033"/>
            <a:ext cx="2348919" cy="16091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Wednesday Special</a:t>
            </a:r>
          </a:p>
          <a:p>
            <a:pPr algn="ctr"/>
            <a:r>
              <a:rPr lang="en-US" sz="1600" dirty="0"/>
              <a:t>Coffee Only $1</a:t>
            </a:r>
          </a:p>
          <a:p>
            <a:pPr algn="ctr"/>
            <a:r>
              <a:rPr lang="en-US" sz="1401" dirty="0"/>
              <a:t>With any $10 Meal Small</a:t>
            </a:r>
          </a:p>
          <a:p>
            <a:pPr algn="ctr"/>
            <a:r>
              <a:rPr lang="en-US" sz="1401" dirty="0"/>
              <a:t>11.30 am – 2pm only</a:t>
            </a:r>
            <a:endParaRPr lang="en-AU" sz="140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B7BE6A-B633-4EB5-A428-150EBE60D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55" y="83895"/>
            <a:ext cx="5841694" cy="6702804"/>
          </a:xfrm>
          <a:prstGeom prst="rect">
            <a:avLst/>
          </a:prstGeom>
          <a:noFill/>
          <a:ln w="101600" cmpd="tri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anchor="ctr" anchorCtr="0" compatLnSpc="1">
            <a:prstTxWarp prst="textNoShape">
              <a:avLst/>
            </a:prstTxWarp>
          </a:bodyPr>
          <a:lstStyle/>
          <a:p>
            <a:pPr algn="ctr" defTabSz="91436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1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1F098-E4EC-4449-937C-AFA78DF9D7B0}"/>
              </a:ext>
            </a:extLst>
          </p:cNvPr>
          <p:cNvSpPr txBox="1"/>
          <p:nvPr/>
        </p:nvSpPr>
        <p:spPr>
          <a:xfrm>
            <a:off x="947757" y="1410924"/>
            <a:ext cx="4270197" cy="4665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dirty="0">
                <a:solidFill>
                  <a:srgbClr val="FF0000"/>
                </a:solidFill>
              </a:rPr>
              <a:t>Red Bean Café Menu</a:t>
            </a:r>
          </a:p>
          <a:p>
            <a:pPr algn="ctr"/>
            <a:r>
              <a:rPr lang="en-US" sz="1801" dirty="0"/>
              <a:t>Wednesday</a:t>
            </a:r>
          </a:p>
          <a:p>
            <a:pPr algn="ctr"/>
            <a:r>
              <a:rPr lang="en-US" sz="1801" dirty="0">
                <a:solidFill>
                  <a:srgbClr val="FF0000"/>
                </a:solidFill>
              </a:rPr>
              <a:t>Hot Food</a:t>
            </a:r>
          </a:p>
          <a:p>
            <a:pPr algn="ctr"/>
            <a:endParaRPr lang="en-US" sz="400" dirty="0"/>
          </a:p>
          <a:p>
            <a:pPr algn="ctr"/>
            <a:r>
              <a:rPr lang="en-US" sz="1401" dirty="0"/>
              <a:t>Stir fry Pepper Beef</a:t>
            </a:r>
          </a:p>
          <a:p>
            <a:pPr algn="ctr"/>
            <a:endParaRPr lang="en-US" sz="201" dirty="0"/>
          </a:p>
          <a:p>
            <a:pPr algn="ctr"/>
            <a:r>
              <a:rPr lang="en-US" sz="1401" dirty="0"/>
              <a:t>Roast Beef with Roast Vegetable</a:t>
            </a:r>
          </a:p>
          <a:p>
            <a:pPr algn="ctr"/>
            <a:endParaRPr lang="en-US" sz="300" dirty="0"/>
          </a:p>
          <a:p>
            <a:pPr algn="ctr"/>
            <a:r>
              <a:rPr lang="en-US" sz="1401" dirty="0"/>
              <a:t>Penne Pasta In Creamy Pesto &amp; Sundried Tomato Sauce</a:t>
            </a:r>
          </a:p>
          <a:p>
            <a:pPr algn="ctr"/>
            <a:r>
              <a:rPr lang="en-US" sz="1401" dirty="0"/>
              <a:t>Fried Rice</a:t>
            </a:r>
          </a:p>
          <a:p>
            <a:pPr algn="ctr"/>
            <a:r>
              <a:rPr lang="en-US" sz="1401" dirty="0"/>
              <a:t>Chicken Parma with Bacon &amp; Olive</a:t>
            </a:r>
          </a:p>
          <a:p>
            <a:pPr algn="ctr"/>
            <a:endParaRPr lang="en-US" sz="300" dirty="0"/>
          </a:p>
          <a:p>
            <a:pPr algn="ctr"/>
            <a:r>
              <a:rPr lang="en-US" sz="1401" dirty="0"/>
              <a:t>Grilled Fish</a:t>
            </a:r>
          </a:p>
          <a:p>
            <a:pPr algn="ctr"/>
            <a:endParaRPr lang="en-US" sz="500" dirty="0"/>
          </a:p>
          <a:p>
            <a:pPr algn="ctr"/>
            <a:r>
              <a:rPr lang="en-US" sz="1401" dirty="0">
                <a:solidFill>
                  <a:srgbClr val="FF0000"/>
                </a:solidFill>
              </a:rPr>
              <a:t>Home Made Burgers</a:t>
            </a:r>
          </a:p>
          <a:p>
            <a:pPr algn="ctr"/>
            <a:endParaRPr lang="en-US" sz="201" dirty="0"/>
          </a:p>
          <a:p>
            <a:pPr algn="ctr"/>
            <a:r>
              <a:rPr lang="en-US" sz="1401" dirty="0"/>
              <a:t>Grilled Pineapple &amp; Lemon Pepper Chicken Burger</a:t>
            </a:r>
          </a:p>
          <a:p>
            <a:pPr algn="ctr"/>
            <a:endParaRPr lang="en-US" sz="300" dirty="0"/>
          </a:p>
          <a:p>
            <a:pPr algn="ctr"/>
            <a:r>
              <a:rPr lang="en-US" sz="1401" dirty="0"/>
              <a:t>Beef Burger with Lot</a:t>
            </a:r>
          </a:p>
          <a:p>
            <a:pPr algn="ctr"/>
            <a:endParaRPr lang="en-US" sz="300" dirty="0"/>
          </a:p>
          <a:p>
            <a:pPr algn="ctr"/>
            <a:endParaRPr lang="en-US" sz="300" dirty="0"/>
          </a:p>
          <a:p>
            <a:pPr algn="ctr"/>
            <a:endParaRPr lang="en-US" sz="601" dirty="0"/>
          </a:p>
          <a:p>
            <a:pPr algn="ctr"/>
            <a:r>
              <a:rPr lang="en-US" sz="1801" dirty="0">
                <a:solidFill>
                  <a:srgbClr val="FF0000"/>
                </a:solidFill>
              </a:rPr>
              <a:t>Salad</a:t>
            </a:r>
          </a:p>
          <a:p>
            <a:pPr algn="ctr"/>
            <a:r>
              <a:rPr lang="en-US" sz="1401" dirty="0"/>
              <a:t>Roasted Pumpkin Salad</a:t>
            </a:r>
          </a:p>
          <a:p>
            <a:pPr algn="ctr"/>
            <a:r>
              <a:rPr lang="en-US" sz="1401" dirty="0"/>
              <a:t>Italian Pasta Salad</a:t>
            </a:r>
          </a:p>
          <a:p>
            <a:pPr algn="ctr"/>
            <a:endParaRPr lang="en-US" sz="500" dirty="0"/>
          </a:p>
          <a:p>
            <a:pPr algn="ctr"/>
            <a:r>
              <a:rPr lang="en-US" sz="1801" dirty="0">
                <a:solidFill>
                  <a:srgbClr val="FF0000"/>
                </a:solidFill>
              </a:rPr>
              <a:t>Soup</a:t>
            </a:r>
          </a:p>
          <a:p>
            <a:pPr algn="ctr"/>
            <a:r>
              <a:rPr lang="en-US" sz="1401" dirty="0"/>
              <a:t>Minestrone</a:t>
            </a:r>
            <a:endParaRPr lang="en-AU" sz="140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88F25-65E0-4452-B954-9877DBB7913E}"/>
              </a:ext>
            </a:extLst>
          </p:cNvPr>
          <p:cNvSpPr txBox="1"/>
          <p:nvPr/>
        </p:nvSpPr>
        <p:spPr>
          <a:xfrm>
            <a:off x="1627551" y="86580"/>
            <a:ext cx="3058017" cy="554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1" dirty="0"/>
              <a:t>Staff Lounge at RED BEAN Café</a:t>
            </a:r>
          </a:p>
          <a:p>
            <a:pPr algn="ctr"/>
            <a:r>
              <a:rPr lang="en-US" sz="1200" dirty="0"/>
              <a:t>Open 7am – 3pm Monday to Friday</a:t>
            </a:r>
            <a:endParaRPr lang="en-A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F79F6-E462-41D3-B4B7-8F23AF26C7BB}"/>
              </a:ext>
            </a:extLst>
          </p:cNvPr>
          <p:cNvSpPr txBox="1"/>
          <p:nvPr/>
        </p:nvSpPr>
        <p:spPr>
          <a:xfrm>
            <a:off x="1330875" y="6077828"/>
            <a:ext cx="38163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1" dirty="0"/>
              <a:t>Staff Small Meal are Only </a:t>
            </a:r>
            <a:r>
              <a:rPr lang="en-US" sz="3200" dirty="0"/>
              <a:t>$10 </a:t>
            </a:r>
            <a:r>
              <a:rPr lang="en-US" sz="1801" dirty="0"/>
              <a:t>NOW</a:t>
            </a:r>
            <a:endParaRPr lang="en-AU" sz="180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BA5975-21C9-44CE-BD47-E0CCA3909C25}"/>
              </a:ext>
            </a:extLst>
          </p:cNvPr>
          <p:cNvSpPr txBox="1"/>
          <p:nvPr/>
        </p:nvSpPr>
        <p:spPr>
          <a:xfrm>
            <a:off x="452870" y="640581"/>
            <a:ext cx="5028428" cy="523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1" dirty="0"/>
              <a:t>Enjoy our Free Small Coffee for all the Western health Staff </a:t>
            </a:r>
          </a:p>
          <a:p>
            <a:pPr algn="ctr"/>
            <a:r>
              <a:rPr lang="en-US" sz="1401" dirty="0"/>
              <a:t>on Every Saturday at 11:00 am – 2.00 pm. Order at Green Bag Cafe</a:t>
            </a:r>
            <a:endParaRPr lang="en-AU" sz="1401" dirty="0"/>
          </a:p>
        </p:txBody>
      </p:sp>
    </p:spTree>
    <p:extLst>
      <p:ext uri="{BB962C8B-B14F-4D97-AF65-F5344CB8AC3E}">
        <p14:creationId xmlns:p14="http://schemas.microsoft.com/office/powerpoint/2010/main" val="314898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9CFC-48B2-4A2F-A48E-AD1181F8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73" y="293619"/>
            <a:ext cx="6217095" cy="1225678"/>
          </a:xfrm>
        </p:spPr>
        <p:txBody>
          <a:bodyPr anchor="b">
            <a:normAutofit fontScale="90000"/>
          </a:bodyPr>
          <a:lstStyle/>
          <a:p>
            <a:r>
              <a:rPr lang="en-US" sz="3401"/>
              <a:t>Staff Lounge at RED BEAN Café</a:t>
            </a:r>
            <a:br>
              <a:rPr lang="en-US" sz="3401"/>
            </a:br>
            <a:r>
              <a:rPr lang="en-US" sz="3401"/>
              <a:t>Open </a:t>
            </a:r>
            <a:r>
              <a:rPr lang="en-US" sz="3401">
                <a:solidFill>
                  <a:srgbClr val="FF0000"/>
                </a:solidFill>
              </a:rPr>
              <a:t>7am – 3pm </a:t>
            </a:r>
            <a:r>
              <a:rPr lang="en-US" sz="3401"/>
              <a:t>Monday to Friday</a:t>
            </a:r>
            <a:endParaRPr lang="en-US" sz="34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B9DF1-3CD4-45B5-A978-539659D38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896" y="2298589"/>
            <a:ext cx="6745028" cy="3925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Enjoy our </a:t>
            </a:r>
            <a:r>
              <a:rPr lang="en-US" sz="2000">
                <a:solidFill>
                  <a:srgbClr val="FF0000"/>
                </a:solidFill>
              </a:rPr>
              <a:t>Free</a:t>
            </a:r>
            <a:r>
              <a:rPr lang="en-US" sz="2000"/>
              <a:t> Small Coffee for all the Western health Staff on Every Saturday at </a:t>
            </a:r>
            <a:r>
              <a:rPr lang="en-US" sz="2000">
                <a:solidFill>
                  <a:srgbClr val="FF0000"/>
                </a:solidFill>
              </a:rPr>
              <a:t>11:00 am – 2.00 pm.</a:t>
            </a:r>
          </a:p>
          <a:p>
            <a:pPr marL="0" indent="0">
              <a:buNone/>
            </a:pPr>
            <a:r>
              <a:rPr lang="en-US" sz="2000"/>
              <a:t> </a:t>
            </a:r>
          </a:p>
          <a:p>
            <a:pPr marL="0" indent="0">
              <a:buNone/>
            </a:pPr>
            <a:endParaRPr lang="en-US" sz="20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6" y="2115117"/>
            <a:ext cx="6309360" cy="0"/>
          </a:xfrm>
          <a:prstGeom prst="line">
            <a:avLst/>
          </a:prstGeom>
          <a:ln w="19050">
            <a:solidFill>
              <a:srgbClr val="D285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59539B-8E12-4688-A6E4-AB03BE46492D}"/>
              </a:ext>
            </a:extLst>
          </p:cNvPr>
          <p:cNvSpPr/>
          <p:nvPr/>
        </p:nvSpPr>
        <p:spPr>
          <a:xfrm>
            <a:off x="6491964" y="3098466"/>
            <a:ext cx="3816990" cy="484464"/>
          </a:xfrm>
          <a:prstGeom prst="round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1"/>
              </a:spcAft>
            </a:pPr>
            <a:endParaRPr lang="en-US" sz="1801" b="1" dirty="0"/>
          </a:p>
          <a:p>
            <a:pPr algn="ctr">
              <a:spcAft>
                <a:spcPts val="601"/>
              </a:spcAft>
            </a:pPr>
            <a:r>
              <a:rPr lang="en-US" sz="1801" b="1" dirty="0"/>
              <a:t>Order at Green Bag Cafe</a:t>
            </a:r>
            <a:endParaRPr lang="en-AU" sz="1801" b="1" dirty="0"/>
          </a:p>
          <a:p>
            <a:pPr algn="ctr">
              <a:spcAft>
                <a:spcPts val="601"/>
              </a:spcAft>
            </a:pPr>
            <a:endParaRPr lang="en-US" sz="180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8839C2-ADF4-4B05-82D0-8E60D6693C97}"/>
              </a:ext>
            </a:extLst>
          </p:cNvPr>
          <p:cNvSpPr/>
          <p:nvPr/>
        </p:nvSpPr>
        <p:spPr>
          <a:xfrm>
            <a:off x="4772619" y="3850989"/>
            <a:ext cx="2534496" cy="207686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1"/>
              </a:spcAft>
            </a:pPr>
            <a:r>
              <a:rPr lang="en-US" sz="1600" dirty="0"/>
              <a:t>Wednesday Special</a:t>
            </a:r>
          </a:p>
          <a:p>
            <a:pPr algn="ctr">
              <a:spcAft>
                <a:spcPts val="601"/>
              </a:spcAft>
            </a:pPr>
            <a:r>
              <a:rPr lang="en-US" sz="1600" dirty="0"/>
              <a:t>Coffee Only $1</a:t>
            </a:r>
          </a:p>
          <a:p>
            <a:pPr algn="ctr">
              <a:spcAft>
                <a:spcPts val="601"/>
              </a:spcAft>
            </a:pPr>
            <a:r>
              <a:rPr lang="en-US" sz="1401" dirty="0"/>
              <a:t>With any $10 Meal Small</a:t>
            </a:r>
          </a:p>
          <a:p>
            <a:pPr algn="ctr">
              <a:spcAft>
                <a:spcPts val="601"/>
              </a:spcAft>
            </a:pPr>
            <a:r>
              <a:rPr lang="en-US" sz="1401" dirty="0"/>
              <a:t>11.30 am – 2pm only</a:t>
            </a:r>
            <a:endParaRPr lang="en-AU" sz="140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50F9-D40A-4E2C-93B5-461BACC36FEE}"/>
              </a:ext>
            </a:extLst>
          </p:cNvPr>
          <p:cNvSpPr txBox="1"/>
          <p:nvPr/>
        </p:nvSpPr>
        <p:spPr>
          <a:xfrm>
            <a:off x="402674" y="293618"/>
            <a:ext cx="4232900" cy="6450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rgbClr val="FF0000"/>
                </a:solidFill>
              </a:rPr>
              <a:t>Red Bean Café Menu</a:t>
            </a:r>
          </a:p>
          <a:p>
            <a:pPr algn="ctr"/>
            <a:r>
              <a:rPr lang="en-US" sz="1801" b="1"/>
              <a:t>Wednesday</a:t>
            </a:r>
          </a:p>
          <a:p>
            <a:pPr algn="ctr"/>
            <a:r>
              <a:rPr lang="en-US" sz="1801">
                <a:solidFill>
                  <a:srgbClr val="FF0000"/>
                </a:solidFill>
              </a:rPr>
              <a:t>Hot Food</a:t>
            </a:r>
          </a:p>
          <a:p>
            <a:pPr algn="ctr"/>
            <a:endParaRPr lang="en-US" sz="601"/>
          </a:p>
          <a:p>
            <a:pPr algn="ctr"/>
            <a:r>
              <a:rPr lang="en-US" sz="1801"/>
              <a:t>Stir fry Pepper Beef</a:t>
            </a:r>
          </a:p>
          <a:p>
            <a:pPr algn="ctr"/>
            <a:endParaRPr lang="en-US" sz="400"/>
          </a:p>
          <a:p>
            <a:pPr algn="ctr"/>
            <a:r>
              <a:rPr lang="en-US" sz="1801"/>
              <a:t>Roast Beef with Roast Vegetable</a:t>
            </a:r>
          </a:p>
          <a:p>
            <a:pPr algn="ctr"/>
            <a:endParaRPr lang="en-US" sz="500"/>
          </a:p>
          <a:p>
            <a:pPr algn="ctr"/>
            <a:r>
              <a:rPr lang="en-US" sz="1801"/>
              <a:t>Penne Pasta In Creamy Pesto &amp; Sundried Tomato Sauce</a:t>
            </a:r>
          </a:p>
          <a:p>
            <a:pPr algn="ctr"/>
            <a:r>
              <a:rPr lang="en-US" sz="1801"/>
              <a:t>Fried Rice</a:t>
            </a:r>
          </a:p>
          <a:p>
            <a:pPr algn="ctr"/>
            <a:r>
              <a:rPr lang="en-US" sz="1801"/>
              <a:t>Chicken Parma with Bacon &amp; Olive</a:t>
            </a:r>
          </a:p>
          <a:p>
            <a:pPr algn="ctr"/>
            <a:endParaRPr lang="en-US" sz="500"/>
          </a:p>
          <a:p>
            <a:pPr algn="ctr"/>
            <a:r>
              <a:rPr lang="en-US" sz="1801"/>
              <a:t>Grilled Fish</a:t>
            </a:r>
          </a:p>
          <a:p>
            <a:pPr algn="ctr"/>
            <a:endParaRPr lang="en-US" sz="700"/>
          </a:p>
          <a:p>
            <a:pPr algn="ctr"/>
            <a:r>
              <a:rPr lang="en-US" sz="1801">
                <a:solidFill>
                  <a:srgbClr val="FF0000"/>
                </a:solidFill>
              </a:rPr>
              <a:t>Home Made Burgers</a:t>
            </a:r>
          </a:p>
          <a:p>
            <a:pPr algn="ctr"/>
            <a:endParaRPr lang="en-US" sz="400"/>
          </a:p>
          <a:p>
            <a:pPr algn="ctr"/>
            <a:r>
              <a:rPr lang="en-US" sz="1801"/>
              <a:t>Grilled Pineapple &amp; Lemon Pepper Chicken Burger</a:t>
            </a:r>
          </a:p>
          <a:p>
            <a:pPr algn="ctr"/>
            <a:endParaRPr lang="en-US" sz="500"/>
          </a:p>
          <a:p>
            <a:pPr algn="ctr"/>
            <a:r>
              <a:rPr lang="en-US" sz="1801"/>
              <a:t>Beef Burger with Lot</a:t>
            </a:r>
          </a:p>
          <a:p>
            <a:pPr algn="ctr"/>
            <a:endParaRPr lang="en-US" sz="500"/>
          </a:p>
          <a:p>
            <a:pPr algn="ctr"/>
            <a:endParaRPr lang="en-US" sz="500"/>
          </a:p>
          <a:p>
            <a:pPr algn="ctr"/>
            <a:endParaRPr lang="en-US" sz="800"/>
          </a:p>
          <a:p>
            <a:pPr algn="ctr"/>
            <a:r>
              <a:rPr lang="en-US" sz="1801">
                <a:solidFill>
                  <a:srgbClr val="FF0000"/>
                </a:solidFill>
              </a:rPr>
              <a:t>Salad</a:t>
            </a:r>
          </a:p>
          <a:p>
            <a:pPr algn="ctr"/>
            <a:r>
              <a:rPr lang="en-US" sz="1801"/>
              <a:t>Roasted Pumpkin Salad</a:t>
            </a:r>
          </a:p>
          <a:p>
            <a:pPr algn="ctr"/>
            <a:r>
              <a:rPr lang="en-US" sz="1801"/>
              <a:t>Italian Pasta Salad</a:t>
            </a:r>
          </a:p>
          <a:p>
            <a:pPr algn="ctr"/>
            <a:endParaRPr lang="en-US" sz="700"/>
          </a:p>
          <a:p>
            <a:pPr algn="ctr"/>
            <a:r>
              <a:rPr lang="en-US" sz="1801">
                <a:solidFill>
                  <a:srgbClr val="FF0000"/>
                </a:solidFill>
              </a:rPr>
              <a:t>Soup</a:t>
            </a:r>
          </a:p>
          <a:p>
            <a:pPr algn="ctr"/>
            <a:r>
              <a:rPr lang="en-US" sz="1801"/>
              <a:t>Minestrone</a:t>
            </a:r>
            <a:endParaRPr lang="en-US" sz="180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0584C-3038-47F8-8429-80A29AAF8AB5}"/>
              </a:ext>
            </a:extLst>
          </p:cNvPr>
          <p:cNvSpPr txBox="1"/>
          <p:nvPr/>
        </p:nvSpPr>
        <p:spPr>
          <a:xfrm>
            <a:off x="4685667" y="1429540"/>
            <a:ext cx="3612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1"/>
              <a:t>Staff Small Meal is now Only </a:t>
            </a:r>
            <a:r>
              <a:rPr lang="en-US" sz="3200"/>
              <a:t>$10 </a:t>
            </a:r>
            <a:endParaRPr lang="en-AU" sz="1801" dirty="0"/>
          </a:p>
        </p:txBody>
      </p:sp>
      <p:pic>
        <p:nvPicPr>
          <p:cNvPr id="18" name="Picture 17" descr="Barista making coffee art">
            <a:extLst>
              <a:ext uri="{FF2B5EF4-FFF2-40B4-BE49-F238E27FC236}">
                <a16:creationId xmlns:a16="http://schemas.microsoft.com/office/drawing/2014/main" id="{4BE70380-FCE0-4849-9BB1-3BE2ECAD4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062" y="4031553"/>
            <a:ext cx="3511262" cy="23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4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9CFC-48B2-4A2F-A48E-AD1181F8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73" y="293619"/>
            <a:ext cx="6217095" cy="1225678"/>
          </a:xfrm>
        </p:spPr>
        <p:txBody>
          <a:bodyPr anchor="b">
            <a:normAutofit fontScale="90000"/>
          </a:bodyPr>
          <a:lstStyle/>
          <a:p>
            <a:r>
              <a:rPr lang="en-US" sz="3401"/>
              <a:t>Staff Lounge at RED BEAN Café</a:t>
            </a:r>
            <a:br>
              <a:rPr lang="en-US" sz="3401"/>
            </a:br>
            <a:r>
              <a:rPr lang="en-US" sz="3401"/>
              <a:t>Open </a:t>
            </a:r>
            <a:r>
              <a:rPr lang="en-US" sz="3401">
                <a:solidFill>
                  <a:srgbClr val="FF0000"/>
                </a:solidFill>
              </a:rPr>
              <a:t>7am – 3pm </a:t>
            </a:r>
            <a:r>
              <a:rPr lang="en-US" sz="3401"/>
              <a:t>Monday to Friday</a:t>
            </a:r>
            <a:endParaRPr lang="en-US" sz="34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B9DF1-3CD4-45B5-A978-539659D38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896" y="2298589"/>
            <a:ext cx="6745028" cy="3925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Enjoy our </a:t>
            </a:r>
            <a:r>
              <a:rPr lang="en-US" sz="2000">
                <a:solidFill>
                  <a:srgbClr val="FF0000"/>
                </a:solidFill>
              </a:rPr>
              <a:t>Free</a:t>
            </a:r>
            <a:r>
              <a:rPr lang="en-US" sz="2000"/>
              <a:t> Small Coffee for all the Western health Staff on Every Saturday at </a:t>
            </a:r>
            <a:r>
              <a:rPr lang="en-US" sz="2000">
                <a:solidFill>
                  <a:srgbClr val="FF0000"/>
                </a:solidFill>
              </a:rPr>
              <a:t>11:00 am – 2.00 pm.</a:t>
            </a:r>
          </a:p>
          <a:p>
            <a:pPr marL="0" indent="0">
              <a:buNone/>
            </a:pPr>
            <a:r>
              <a:rPr lang="en-US" sz="2000"/>
              <a:t> </a:t>
            </a:r>
          </a:p>
          <a:p>
            <a:pPr marL="0" indent="0">
              <a:buNone/>
            </a:pPr>
            <a:endParaRPr lang="en-US" sz="20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6" y="2115117"/>
            <a:ext cx="6309360" cy="0"/>
          </a:xfrm>
          <a:prstGeom prst="line">
            <a:avLst/>
          </a:prstGeom>
          <a:ln w="19050">
            <a:solidFill>
              <a:srgbClr val="D285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59539B-8E12-4688-A6E4-AB03BE46492D}"/>
              </a:ext>
            </a:extLst>
          </p:cNvPr>
          <p:cNvSpPr/>
          <p:nvPr/>
        </p:nvSpPr>
        <p:spPr>
          <a:xfrm>
            <a:off x="6491964" y="3098466"/>
            <a:ext cx="3816990" cy="484464"/>
          </a:xfrm>
          <a:prstGeom prst="round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1"/>
              </a:spcAft>
            </a:pPr>
            <a:endParaRPr lang="en-US" sz="1801" b="1" dirty="0"/>
          </a:p>
          <a:p>
            <a:pPr algn="ctr">
              <a:spcAft>
                <a:spcPts val="601"/>
              </a:spcAft>
            </a:pPr>
            <a:r>
              <a:rPr lang="en-US" sz="1801" b="1" dirty="0"/>
              <a:t>Order at Green Bag Cafe</a:t>
            </a:r>
            <a:endParaRPr lang="en-AU" sz="1801" b="1" dirty="0"/>
          </a:p>
          <a:p>
            <a:pPr algn="ctr">
              <a:spcAft>
                <a:spcPts val="601"/>
              </a:spcAft>
            </a:pPr>
            <a:endParaRPr lang="en-US" sz="180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8839C2-ADF4-4B05-82D0-8E60D6693C97}"/>
              </a:ext>
            </a:extLst>
          </p:cNvPr>
          <p:cNvSpPr/>
          <p:nvPr/>
        </p:nvSpPr>
        <p:spPr>
          <a:xfrm>
            <a:off x="4772619" y="3850989"/>
            <a:ext cx="2534496" cy="207686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1"/>
              </a:spcAft>
            </a:pPr>
            <a:r>
              <a:rPr lang="en-US" sz="1600" dirty="0"/>
              <a:t>Wednesday Special</a:t>
            </a:r>
          </a:p>
          <a:p>
            <a:pPr algn="ctr">
              <a:spcAft>
                <a:spcPts val="601"/>
              </a:spcAft>
            </a:pPr>
            <a:r>
              <a:rPr lang="en-US" sz="1600" dirty="0"/>
              <a:t>Coffee Only $1</a:t>
            </a:r>
          </a:p>
          <a:p>
            <a:pPr algn="ctr">
              <a:spcAft>
                <a:spcPts val="601"/>
              </a:spcAft>
            </a:pPr>
            <a:r>
              <a:rPr lang="en-US" sz="1401" dirty="0"/>
              <a:t>With any $10 Meal Small</a:t>
            </a:r>
          </a:p>
          <a:p>
            <a:pPr algn="ctr">
              <a:spcAft>
                <a:spcPts val="601"/>
              </a:spcAft>
            </a:pPr>
            <a:r>
              <a:rPr lang="en-US" sz="1401" dirty="0"/>
              <a:t>11.30 am – 2pm only</a:t>
            </a:r>
            <a:endParaRPr lang="en-AU" sz="140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50F9-D40A-4E2C-93B5-461BACC36FEE}"/>
              </a:ext>
            </a:extLst>
          </p:cNvPr>
          <p:cNvSpPr txBox="1"/>
          <p:nvPr/>
        </p:nvSpPr>
        <p:spPr>
          <a:xfrm>
            <a:off x="402674" y="293618"/>
            <a:ext cx="4232900" cy="6450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rgbClr val="FF0000"/>
                </a:solidFill>
              </a:rPr>
              <a:t>Red Bean Café Menu</a:t>
            </a:r>
          </a:p>
          <a:p>
            <a:pPr algn="ctr"/>
            <a:r>
              <a:rPr lang="en-US" sz="1801" b="1"/>
              <a:t>Wednesday</a:t>
            </a:r>
          </a:p>
          <a:p>
            <a:pPr algn="ctr"/>
            <a:r>
              <a:rPr lang="en-US" sz="1801">
                <a:solidFill>
                  <a:srgbClr val="FF0000"/>
                </a:solidFill>
              </a:rPr>
              <a:t>Hot Food</a:t>
            </a:r>
          </a:p>
          <a:p>
            <a:pPr algn="ctr"/>
            <a:endParaRPr lang="en-US" sz="601"/>
          </a:p>
          <a:p>
            <a:pPr algn="ctr"/>
            <a:r>
              <a:rPr lang="en-US" sz="1801"/>
              <a:t>Stir fry Pepper Beef</a:t>
            </a:r>
          </a:p>
          <a:p>
            <a:pPr algn="ctr"/>
            <a:endParaRPr lang="en-US" sz="400"/>
          </a:p>
          <a:p>
            <a:pPr algn="ctr"/>
            <a:r>
              <a:rPr lang="en-US" sz="1801"/>
              <a:t>Roast Beef with Roast Vegetable</a:t>
            </a:r>
          </a:p>
          <a:p>
            <a:pPr algn="ctr"/>
            <a:endParaRPr lang="en-US" sz="500"/>
          </a:p>
          <a:p>
            <a:pPr algn="ctr"/>
            <a:r>
              <a:rPr lang="en-US" sz="1801"/>
              <a:t>Penne Pasta In Creamy Pesto &amp; Sundried Tomato Sauce</a:t>
            </a:r>
          </a:p>
          <a:p>
            <a:pPr algn="ctr"/>
            <a:r>
              <a:rPr lang="en-US" sz="1801"/>
              <a:t>Fried Rice</a:t>
            </a:r>
          </a:p>
          <a:p>
            <a:pPr algn="ctr"/>
            <a:r>
              <a:rPr lang="en-US" sz="1801"/>
              <a:t>Chicken Parma with Bacon &amp; Olive</a:t>
            </a:r>
          </a:p>
          <a:p>
            <a:pPr algn="ctr"/>
            <a:endParaRPr lang="en-US" sz="500"/>
          </a:p>
          <a:p>
            <a:pPr algn="ctr"/>
            <a:r>
              <a:rPr lang="en-US" sz="1801"/>
              <a:t>Grilled Fish</a:t>
            </a:r>
          </a:p>
          <a:p>
            <a:pPr algn="ctr"/>
            <a:endParaRPr lang="en-US" sz="700"/>
          </a:p>
          <a:p>
            <a:pPr algn="ctr"/>
            <a:r>
              <a:rPr lang="en-US" sz="1801">
                <a:solidFill>
                  <a:srgbClr val="FF0000"/>
                </a:solidFill>
              </a:rPr>
              <a:t>Home Made Burgers</a:t>
            </a:r>
          </a:p>
          <a:p>
            <a:pPr algn="ctr"/>
            <a:endParaRPr lang="en-US" sz="400"/>
          </a:p>
          <a:p>
            <a:pPr algn="ctr"/>
            <a:r>
              <a:rPr lang="en-US" sz="1801"/>
              <a:t>Grilled Pineapple &amp; Lemon Pepper Chicken Burger</a:t>
            </a:r>
          </a:p>
          <a:p>
            <a:pPr algn="ctr"/>
            <a:endParaRPr lang="en-US" sz="500"/>
          </a:p>
          <a:p>
            <a:pPr algn="ctr"/>
            <a:r>
              <a:rPr lang="en-US" sz="1801"/>
              <a:t>Beef Burger with Lot</a:t>
            </a:r>
          </a:p>
          <a:p>
            <a:pPr algn="ctr"/>
            <a:endParaRPr lang="en-US" sz="500"/>
          </a:p>
          <a:p>
            <a:pPr algn="ctr"/>
            <a:endParaRPr lang="en-US" sz="500"/>
          </a:p>
          <a:p>
            <a:pPr algn="ctr"/>
            <a:endParaRPr lang="en-US" sz="800"/>
          </a:p>
          <a:p>
            <a:pPr algn="ctr"/>
            <a:r>
              <a:rPr lang="en-US" sz="1801">
                <a:solidFill>
                  <a:srgbClr val="FF0000"/>
                </a:solidFill>
              </a:rPr>
              <a:t>Salad</a:t>
            </a:r>
          </a:p>
          <a:p>
            <a:pPr algn="ctr"/>
            <a:r>
              <a:rPr lang="en-US" sz="1801"/>
              <a:t>Roasted Pumpkin Salad</a:t>
            </a:r>
          </a:p>
          <a:p>
            <a:pPr algn="ctr"/>
            <a:r>
              <a:rPr lang="en-US" sz="1801"/>
              <a:t>Italian Pasta Salad</a:t>
            </a:r>
          </a:p>
          <a:p>
            <a:pPr algn="ctr"/>
            <a:endParaRPr lang="en-US" sz="700"/>
          </a:p>
          <a:p>
            <a:pPr algn="ctr"/>
            <a:r>
              <a:rPr lang="en-US" sz="1801">
                <a:solidFill>
                  <a:srgbClr val="FF0000"/>
                </a:solidFill>
              </a:rPr>
              <a:t>Soup</a:t>
            </a:r>
          </a:p>
          <a:p>
            <a:pPr algn="ctr"/>
            <a:r>
              <a:rPr lang="en-US" sz="1801"/>
              <a:t>Minestrone</a:t>
            </a:r>
            <a:endParaRPr lang="en-US" sz="180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0584C-3038-47F8-8429-80A29AAF8AB5}"/>
              </a:ext>
            </a:extLst>
          </p:cNvPr>
          <p:cNvSpPr txBox="1"/>
          <p:nvPr/>
        </p:nvSpPr>
        <p:spPr>
          <a:xfrm>
            <a:off x="4685667" y="1429540"/>
            <a:ext cx="3612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1"/>
              <a:t>Staff Small Meal is now Only </a:t>
            </a:r>
            <a:r>
              <a:rPr lang="en-US" sz="3200"/>
              <a:t>$10 </a:t>
            </a:r>
            <a:endParaRPr lang="en-AU" sz="1801" dirty="0"/>
          </a:p>
        </p:txBody>
      </p:sp>
      <p:pic>
        <p:nvPicPr>
          <p:cNvPr id="18" name="Picture 17" descr="Barista making coffee art">
            <a:extLst>
              <a:ext uri="{FF2B5EF4-FFF2-40B4-BE49-F238E27FC236}">
                <a16:creationId xmlns:a16="http://schemas.microsoft.com/office/drawing/2014/main" id="{4BE70380-FCE0-4849-9BB1-3BE2ECAD4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062" y="4031553"/>
            <a:ext cx="3511262" cy="23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7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3" y="900815"/>
            <a:ext cx="759620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40" y="633167"/>
            <a:ext cx="482654" cy="552141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3" y="636726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04118-F899-4A3F-9105-EB9F3B82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4" y="982273"/>
            <a:ext cx="3388420" cy="4560971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Staff Lounge at RED BEAN Café</a:t>
            </a:r>
            <a:br>
              <a:rPr lang="en-US" sz="280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Open 7am – 3pm Monday to Friday</a:t>
            </a:r>
            <a:br>
              <a:rPr lang="en-US" sz="280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Enjoy our Free Small Coffee for all the Western health Staff on Every Saturday at 11:00 am – 2.00 pm.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4" y="1352304"/>
            <a:ext cx="6655596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1E7E9-E370-4DA8-A274-A7088E23D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8" y="1719622"/>
            <a:ext cx="5948830" cy="4334629"/>
          </a:xfrm>
        </p:spPr>
        <p:txBody>
          <a:bodyPr anchor="ctr">
            <a:normAutofit fontScale="40000" lnSpcReduction="20000"/>
          </a:bodyPr>
          <a:lstStyle/>
          <a:p>
            <a:r>
              <a:rPr lang="en-US" sz="601" dirty="0">
                <a:solidFill>
                  <a:srgbClr val="FEFFFF"/>
                </a:solidFill>
              </a:rPr>
              <a:t>Red Bean Café Menu</a:t>
            </a:r>
          </a:p>
          <a:p>
            <a:r>
              <a:rPr lang="en-US" sz="601" b="1" dirty="0">
                <a:solidFill>
                  <a:srgbClr val="FEFFFF"/>
                </a:solidFill>
              </a:rPr>
              <a:t>Wednesday</a:t>
            </a:r>
          </a:p>
          <a:p>
            <a:r>
              <a:rPr lang="en-US" sz="601" dirty="0">
                <a:solidFill>
                  <a:srgbClr val="FEFFFF"/>
                </a:solidFill>
              </a:rPr>
              <a:t>Hot Food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Stir fry Pepper Beef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Roast Beef with Roast Vegetable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Penne Pasta In Creamy Pesto &amp; Sundried Tomato Sauce</a:t>
            </a:r>
          </a:p>
          <a:p>
            <a:r>
              <a:rPr lang="en-US" sz="601" dirty="0">
                <a:solidFill>
                  <a:srgbClr val="FEFFFF"/>
                </a:solidFill>
              </a:rPr>
              <a:t>Fried Rice</a:t>
            </a:r>
          </a:p>
          <a:p>
            <a:r>
              <a:rPr lang="en-US" sz="601" dirty="0">
                <a:solidFill>
                  <a:srgbClr val="FEFFFF"/>
                </a:solidFill>
              </a:rPr>
              <a:t>Chicken Parma with Bacon &amp; Olive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Grilled Fish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Home Made Burgers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Grilled Pineapple &amp; Lemon Pepper Chicken Burger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Beef Burger with Lot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endParaRPr lang="en-US" sz="601" dirty="0">
              <a:solidFill>
                <a:srgbClr val="FEFFFF"/>
              </a:solidFill>
            </a:endParaRP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Salad</a:t>
            </a:r>
          </a:p>
          <a:p>
            <a:r>
              <a:rPr lang="en-US" sz="601" dirty="0">
                <a:solidFill>
                  <a:srgbClr val="FEFFFF"/>
                </a:solidFill>
              </a:rPr>
              <a:t>Roasted Pumpkin Salad</a:t>
            </a:r>
          </a:p>
          <a:p>
            <a:r>
              <a:rPr lang="en-US" sz="601" dirty="0">
                <a:solidFill>
                  <a:srgbClr val="FEFFFF"/>
                </a:solidFill>
              </a:rPr>
              <a:t>Italian Pasta Salad</a:t>
            </a:r>
          </a:p>
          <a:p>
            <a:endParaRPr lang="en-US" sz="601" dirty="0">
              <a:solidFill>
                <a:srgbClr val="FEFFFF"/>
              </a:solidFill>
            </a:endParaRPr>
          </a:p>
          <a:p>
            <a:r>
              <a:rPr lang="en-US" sz="601" dirty="0">
                <a:solidFill>
                  <a:srgbClr val="FEFFFF"/>
                </a:solidFill>
              </a:rPr>
              <a:t>Soup</a:t>
            </a:r>
          </a:p>
          <a:p>
            <a:r>
              <a:rPr lang="en-US" sz="601" dirty="0">
                <a:solidFill>
                  <a:srgbClr val="FEFFFF"/>
                </a:solidFill>
              </a:rPr>
              <a:t>Minestrone</a:t>
            </a:r>
          </a:p>
        </p:txBody>
      </p:sp>
    </p:spTree>
    <p:extLst>
      <p:ext uri="{BB962C8B-B14F-4D97-AF65-F5344CB8AC3E}">
        <p14:creationId xmlns:p14="http://schemas.microsoft.com/office/powerpoint/2010/main" val="267775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C77576-4FFB-4462-AE8E-D4B5E8AB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DE4923-3203-4B54-83F2-3216D1DF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Red Bean Café Menu</a:t>
            </a:r>
          </a:p>
          <a:p>
            <a:pPr algn="ctr"/>
            <a:r>
              <a:rPr lang="en-US" dirty="0"/>
              <a:t>Wednesday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Hot Food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Stir fry Pepper Beef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Roast Beef with Roast Vegetable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Penne Pasta In Creamy Pesto &amp; Sundried Tomato Sauce</a:t>
            </a:r>
          </a:p>
          <a:p>
            <a:pPr algn="ctr"/>
            <a:r>
              <a:rPr lang="en-US" dirty="0"/>
              <a:t>Fried Rice</a:t>
            </a:r>
          </a:p>
          <a:p>
            <a:pPr algn="ctr"/>
            <a:r>
              <a:rPr lang="en-US" dirty="0"/>
              <a:t>Chicken Parma with Bacon &amp; Olive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Grilled Fish</a:t>
            </a:r>
          </a:p>
          <a:p>
            <a:pPr algn="ctr"/>
            <a:endParaRPr lang="en-US" sz="800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Home Made Burgers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Grilled Pineapple &amp; Lemon Pepper Chicken Burger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Beef Burger with Lot</a:t>
            </a:r>
            <a:endParaRPr lang="en-US" sz="800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Salad</a:t>
            </a:r>
          </a:p>
          <a:p>
            <a:pPr algn="ctr"/>
            <a:r>
              <a:rPr lang="en-US" dirty="0"/>
              <a:t>Roasted Pumpkin Salad</a:t>
            </a:r>
          </a:p>
          <a:p>
            <a:pPr algn="ctr"/>
            <a:r>
              <a:rPr lang="en-US" dirty="0"/>
              <a:t>Italian Pasta Salad</a:t>
            </a:r>
          </a:p>
          <a:p>
            <a:pPr algn="ctr"/>
            <a:endParaRPr lang="en-US" sz="800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Soup</a:t>
            </a:r>
          </a:p>
          <a:p>
            <a:pPr algn="ctr"/>
            <a:r>
              <a:rPr lang="en-US" dirty="0"/>
              <a:t>Minestrone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B6CA6A-4CE2-4EF9-B664-434389615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523</Words>
  <Application>Microsoft Office PowerPoint</Application>
  <PresentationFormat>Widescreen</PresentationFormat>
  <Paragraphs>169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Staff Lounge at RED BEAN Café Open 7am – 3pm Monday to Friday</vt:lpstr>
      <vt:lpstr>Staff Lounge at RED BEAN Café Open 7am – 3pm Monday to Friday</vt:lpstr>
      <vt:lpstr>Staff Lounge at RED BEAN Café Open 7am – 3pm Monday to Friday Enjoy our Free Small Coffee for all the Western health Staff on Every Saturday at 11:00 am – 2.00 pm.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kaushika jinna</dc:creator>
  <cp:lastModifiedBy>kaushika jinna</cp:lastModifiedBy>
  <cp:revision>4</cp:revision>
  <dcterms:created xsi:type="dcterms:W3CDTF">2020-07-21T03:48:41Z</dcterms:created>
  <dcterms:modified xsi:type="dcterms:W3CDTF">2020-07-21T04:39:13Z</dcterms:modified>
</cp:coreProperties>
</file>